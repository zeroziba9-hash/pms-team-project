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4" r:id="rId12"/>
    <p:sldId id="266" r:id="rId13"/>
    <p:sldId id="267" r:id="rId14"/>
    <p:sldId id="268" r:id="rId15"/>
    <p:sldId id="269" r:id="rId16"/>
    <p:sldId id="265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74320" y="4389120"/>
            <a:ext cx="2560320" cy="2560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0" y="91440"/>
            <a:ext cx="1280160" cy="1280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475488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18288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74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Malgun Gothic"/>
              </a:rPr>
              <a:t>K-Digital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Project Management
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Malgun Gothic"/>
              </a:rPr>
              <a:t>팀 협업에 필요한 핵심 기능만 담은 경량 PMS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29000"/>
            <a:ext cx="2286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097280"/>
            <a:ext cx="621792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70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BEAFE"/>
                </a:solidFill>
                <a:latin typeface="Malgun Gothic"/>
              </a:rPr>
              <a:t>팀  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170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전  승  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240280"/>
            <a:ext cx="621792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2313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Malgun Gothic"/>
              </a:rPr>
              <a:t>팀 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134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Malgun Gothic"/>
              </a:rPr>
              <a:t>김 석 환  |  김 인 섭  |  박 종 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474720"/>
            <a:ext cx="14173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35204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Malgun Gothic"/>
              </a:rPr>
              <a:t>Spring Boot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474720"/>
            <a:ext cx="14173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35204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Malgun Gothic"/>
              </a:rPr>
              <a:t>MySQL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474720"/>
            <a:ext cx="14173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9640" y="35204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Malgun Gothic"/>
              </a:rPr>
              <a:t>Spring Data JPA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3474720"/>
            <a:ext cx="14173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35204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Malgun Gothic"/>
              </a:rPr>
              <a:t>HTML / 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2179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</a:rPr>
              <a:t>2026. 04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3A8A"/>
                </a:solidFill>
                <a:latin typeface="Malgun Gothic"/>
              </a:rPr>
              <a:t>목   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117043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82296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23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algun Gothic"/>
              </a:rPr>
              <a:t>팀 구성 및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5486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82296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430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3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algun Gothic"/>
              </a:rPr>
              <a:t>프로젝트 소개 및 선정 배경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057400"/>
            <a:ext cx="5486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606040"/>
            <a:ext cx="82296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974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algun Gothic"/>
              </a:rPr>
              <a:t>개발 환경 및 기술 스택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5486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82296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6060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974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520440"/>
            <a:ext cx="5486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069080"/>
            <a:ext cx="82296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690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60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algun Gothic"/>
              </a:rPr>
              <a:t>주요 기능 소개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5486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069080"/>
            <a:ext cx="82296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40690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160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algun Gothic"/>
              </a:rPr>
              <a:t>기능 명세서 및 기대 효과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983480"/>
            <a:ext cx="5486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3A8A"/>
                </a:solidFill>
                <a:latin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Malgun Gothic"/>
              </a:rPr>
              <a:t>팀 구성 및 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2651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265176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435608"/>
            <a:ext cx="237744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4447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팀장 / 백엔드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Malgun Gothic"/>
              </a:rPr>
              <a:t>전  승  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Malgun Gothic"/>
              </a:rPr>
              <a:t>담당 업무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0720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프로젝트 총괄 및 일정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101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Task 도메인 설계 및 CRUD 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130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칸반보드 · 달력 UI 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REST API 설계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1" y="1234440"/>
            <a:ext cx="2651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73551" y="1234440"/>
            <a:ext cx="265176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10711" y="1435608"/>
            <a:ext cx="237744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10711" y="14447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백엔드 /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1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Malgun Gothic"/>
              </a:rPr>
              <a:t>김  석  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7871" y="242316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432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Malgun Gothic"/>
              </a:rPr>
              <a:t>담당 업무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280720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DB 설계 및 ERD 작성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33101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User · Auth 도메인 구현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38130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JWT 인증/인가 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43159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Spring Security 설정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1344" y="1234440"/>
            <a:ext cx="2651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81344" y="1234440"/>
            <a:ext cx="265176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18504" y="1435608"/>
            <a:ext cx="237744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8504" y="14447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백엔드 / 프론트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Malgun Gothic"/>
              </a:rPr>
              <a:t>김  인  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5664" y="242316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64224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Malgun Gothic"/>
              </a:rPr>
              <a:t>담당 업무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280720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Member 도메인 구현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33101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멤버 관리 UI 개발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38130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API 연동 및 테스트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43159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화면 설계 담당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9136" y="1234440"/>
            <a:ext cx="2651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89136" y="1234440"/>
            <a:ext cx="265176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226296" y="1435608"/>
            <a:ext cx="237744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26296" y="14447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풀스택 / 문서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89136" y="187451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Malgun Gothic"/>
              </a:rPr>
              <a:t>박  종  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63456" y="242316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72015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Malgun Gothic"/>
              </a:rPr>
              <a:t>담당 업무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5" y="280720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Project 도메인 구현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2015" y="33101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프로젝트 허브 페이지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2015" y="38130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개요 대시보드 개발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2015" y="43159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· 발표 자료 제작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3A8A"/>
                </a:solidFill>
                <a:latin typeface="Malgun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Malgun Gothic"/>
              </a:rPr>
              <a:t>프로젝트 소개 및 선정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394960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  <a:latin typeface="Malgun Gothic"/>
              </a:rPr>
              <a:t>문제 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91640"/>
            <a:ext cx="10972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algun Gothic"/>
              </a:rPr>
              <a:t>• 팀 단위 협업에서 업무 현황 파악 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30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algun Gothic"/>
              </a:rPr>
              <a:t>• 프로젝트별 담당자/작업 추적이 어렵고 누락 발생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780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algun Gothic"/>
              </a:rPr>
              <a:t>• 메모와 진행 상황이 도구별로 흩어짐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539496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Malgun Gothic"/>
              </a:rPr>
              <a:t>기획 의도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109728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• 프로젝트 단위 작업 흐름을 하나로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537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• 역할 기반 권한으로 책임 구조 명확화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0118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• 발표 시연 가능한 완성도 높은 MVP 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234440"/>
            <a:ext cx="5852160" cy="4709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1234440"/>
            <a:ext cx="58521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3898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30352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920240"/>
            <a:ext cx="14630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1965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3A8A"/>
                </a:solidFill>
                <a:latin typeface="Malgun Gothic"/>
              </a:rPr>
              <a:t>프로젝트명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1965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Project Management System (PMS)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514600"/>
            <a:ext cx="14630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256032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3A8A"/>
                </a:solidFill>
                <a:latin typeface="Malgun Gothic"/>
              </a:rPr>
              <a:t>별  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560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짭  노  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108960"/>
            <a:ext cx="14630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8" y="315467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3A8A"/>
                </a:solidFill>
                <a:latin typeface="Malgun Gothic"/>
              </a:rPr>
              <a:t>개발 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315467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2025.03 ~ 2026.04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703320"/>
            <a:ext cx="14630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36208" y="37490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3A8A"/>
                </a:solidFill>
                <a:latin typeface="Malgun Gothic"/>
              </a:rPr>
              <a:t>주요 기능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74903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프로젝트 · 멤버 · 태스크 · 일정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297680"/>
            <a:ext cx="14630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36208" y="43434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3A8A"/>
                </a:solidFill>
                <a:latin typeface="Malgun Gothic"/>
              </a:rPr>
              <a:t>설계 방향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343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MVP 완성 후 메시지/게시판 확장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892040"/>
            <a:ext cx="146304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8" y="4937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3A8A"/>
                </a:solidFill>
                <a:latin typeface="Malgun Gothic"/>
              </a:rPr>
              <a:t>아키텍처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4937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Spring Boot + MySQL 백엔드 중심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3A8A"/>
                </a:solidFill>
                <a:latin typeface="Malgun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Malgun Gothic"/>
              </a:rPr>
              <a:t>개발 환경 및 기술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2651760" cy="4846320"/>
          </a:xfrm>
          <a:prstGeom prst="rect">
            <a:avLst/>
          </a:prstGeom>
          <a:solidFill>
            <a:srgbClr val="F1F5F9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26517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25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1031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HTML5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7889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CSS3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JavaScript (Vanilla)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Thymeleaf (서버 렌더링)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1" y="1234440"/>
            <a:ext cx="2651760" cy="4846320"/>
          </a:xfrm>
          <a:prstGeom prst="rect">
            <a:avLst/>
          </a:prstGeom>
          <a:solidFill>
            <a:srgbClr val="F1F5F9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73551" y="1234440"/>
            <a:ext cx="26517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73551" y="1325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6432" y="20116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93591" y="21031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Java 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6974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3591" y="27889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Spring Boot 3.x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6432" y="33832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1" y="34747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Spring Data JPA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56432" y="40690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93591" y="41605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RESTful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1344" y="1234440"/>
            <a:ext cx="2651760" cy="4846320"/>
          </a:xfrm>
          <a:prstGeom prst="rect">
            <a:avLst/>
          </a:prstGeom>
          <a:solidFill>
            <a:srgbClr val="F1F5F9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81344" y="1234440"/>
            <a:ext cx="26517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81344" y="1325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Database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4224" y="20116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01383" y="21031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MySQL 8.0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26974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01383" y="27889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ERD 중심 설계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4224" y="33832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01383" y="34747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JPA 자동 DDL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64224" y="40690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01383" y="41605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HikariCP 커넥션 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9136" y="1234440"/>
            <a:ext cx="2651760" cy="4846320"/>
          </a:xfrm>
          <a:prstGeom prst="rect">
            <a:avLst/>
          </a:prstGeom>
          <a:solidFill>
            <a:srgbClr val="F1F5F9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89136" y="1234440"/>
            <a:ext cx="26517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89136" y="1325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DevTools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72015" y="20116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9176" y="21031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VS Code / IntelliJ IDEA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72015" y="26974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09176" y="27889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Gradle 빌드 도구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72015" y="33832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09176" y="34747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Postman (API 테스트)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72015" y="4069080"/>
            <a:ext cx="22860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09176" y="4160520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algun Gothic"/>
              </a:rPr>
              <a:t>Git / GitHub 협업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3A8A"/>
                </a:solidFill>
                <a:latin typeface="Malgun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5104" y="1261872"/>
            <a:ext cx="8229600" cy="6583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57984" y="1335024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Malgun Gothic"/>
              </a:rPr>
              <a:t>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95344" y="1399031"/>
            <a:ext cx="36576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8224" y="1371600"/>
            <a:ext cx="5943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8A"/>
                </a:solidFill>
                <a:latin typeface="Malgun Gothic"/>
              </a:rPr>
              <a:t>Browser (HTML / CSS / JavaScript)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192023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  <a:latin typeface="Malgun Gothic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75104" y="2084831"/>
            <a:ext cx="822960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57984" y="2157984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Controller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5344" y="2221991"/>
            <a:ext cx="365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78224" y="2194560"/>
            <a:ext cx="5943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lgun Gothic"/>
              </a:rPr>
              <a:t>REST API 엔드포인트 · 요청/응답 처리 · JWT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744" y="27432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  <a:latin typeface="Malgun Gothic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75104" y="2907791"/>
            <a:ext cx="822960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2980944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95344" y="3044951"/>
            <a:ext cx="365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78224" y="3017520"/>
            <a:ext cx="5943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lgun Gothic"/>
              </a:rPr>
              <a:t>비즈니스 로직 · 권한 검증 · 트랜잭션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356615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  <a:latin typeface="Malgun Gothic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75104" y="3730752"/>
            <a:ext cx="8229600" cy="6583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57984" y="3803904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Repository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95344" y="3867912"/>
            <a:ext cx="365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78224" y="3840480"/>
            <a:ext cx="5943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lgun Gothic"/>
              </a:rPr>
              <a:t>Spring Data JPA · DB 쿼리 추상화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43891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  <a:latin typeface="Malgun Gothic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75104" y="4553712"/>
            <a:ext cx="82296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57984" y="4626864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95344" y="4690872"/>
            <a:ext cx="365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78224" y="4663440"/>
            <a:ext cx="5943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lgun Gothic"/>
              </a:rPr>
              <a:t>MySQL 8.0 · project / user / task / member 테이블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261872"/>
            <a:ext cx="1554480" cy="4983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13533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도메인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182880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189280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User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42316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24871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Project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01752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308152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Member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11879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67588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Task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20624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42702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Comment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80060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48646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Malgun Gothic"/>
              </a:rPr>
              <a:t>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3A8A"/>
                </a:solidFill>
                <a:latin typeface="Malgun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Malgun Gothic"/>
              </a:rPr>
              <a:t>주요 기능 소개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5661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109728" cy="2377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3990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Malgun Gothic"/>
              </a:rPr>
              <a:t>프로젝트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3200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프로젝트 생성 및 전환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95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전체 프로젝트 허브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71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프로젝트별 독립 데이터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1234440"/>
            <a:ext cx="35661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69080" y="1234440"/>
            <a:ext cx="109728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13990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Malgun Gothic"/>
              </a:rPr>
              <a:t>멤버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200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멤버 초대 및 제거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395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역할 기반 권한(Admin/Member)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871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관리자 전용 기능 제한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1234440"/>
            <a:ext cx="35661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18120" y="1234440"/>
            <a:ext cx="109728" cy="237744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0" y="13990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8"/>
                </a:solidFill>
                <a:latin typeface="Malgun Gothic"/>
              </a:rPr>
              <a:t>태스크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828800"/>
            <a:ext cx="3200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태스크 생성·수정·삭제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395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상태 관리(시작전/진행중/완료)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871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담당자 지정 · 댓글 기능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49039"/>
            <a:ext cx="35661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749039"/>
            <a:ext cx="109728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91363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Malgun Gothic"/>
              </a:rPr>
              <a:t>일정 관리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43400"/>
            <a:ext cx="3200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월별 캘린더 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103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태스크 기간 시각화 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858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날짜별 태스크 목록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80" y="3749039"/>
            <a:ext cx="35661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069080" y="3749039"/>
            <a:ext cx="109728" cy="2377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0" y="391363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Malgun Gothic"/>
              </a:rPr>
              <a:t>칸반 보드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343400"/>
            <a:ext cx="3200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976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드래그 앤 드롭 이동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49103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3컬럼 상태 보드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3858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실시간 상태 업데이트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3749039"/>
            <a:ext cx="35661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818120" y="3749039"/>
            <a:ext cx="109728" cy="23774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0" y="391363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E123C"/>
                </a:solidFill>
                <a:latin typeface="Malgun Gothic"/>
              </a:rPr>
              <a:t>인증/보안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4343400"/>
            <a:ext cx="32004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JWT 토큰 인증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9103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세션 기반 로그인 유지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3858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· 권한별 API 접근 제한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3A8A"/>
                </a:solidFill>
                <a:latin typeface="Malgun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Malgun Gothic"/>
              </a:rPr>
              <a:t>기능 명세서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28016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5272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188720"/>
            <a:ext cx="20116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0200" y="1252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기능명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188720"/>
            <a:ext cx="65836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2527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188720"/>
            <a:ext cx="137160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95560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우선순위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0020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166420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인증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160020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0200" y="16642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회원가입 / 로그인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1600200"/>
            <a:ext cx="6583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166420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JWT 토큰 발급, 세션 유지, 이메일·비밀번호 인증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60020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95560" y="1664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Malgun Gothic"/>
              </a:rPr>
              <a:t>필수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011680"/>
            <a:ext cx="12801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207568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프로젝트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2011680"/>
            <a:ext cx="20116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2075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프로젝트 CRUD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011680"/>
            <a:ext cx="65836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11880" y="207568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프로젝트 생성·수정·삭제, 전체 허브 페이지 조회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40" y="2011680"/>
            <a:ext cx="13716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95560" y="2075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Malgun Gothic"/>
              </a:rPr>
              <a:t>필수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42316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248716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멤버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24231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24871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멤버 초대/제거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2423160"/>
            <a:ext cx="6583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11880" y="248716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프로젝트별 멤버 추가·삭제, 관리자 권한 부여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0" y="242316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95560" y="24871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Malgun Gothic"/>
              </a:rPr>
              <a:t>필수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34640"/>
            <a:ext cx="12801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289864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멤버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2834640"/>
            <a:ext cx="20116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600200" y="28986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역할 변경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2834640"/>
            <a:ext cx="65836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11880" y="289864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Admin ↔ Member 역할 전환, 권한별 기능 접근 제어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49840" y="2834640"/>
            <a:ext cx="13716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95560" y="2898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Malgun Gothic"/>
              </a:rPr>
              <a:t>필수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24612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0040" y="3310127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태스크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54480" y="32461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600200" y="331012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태스크 CRUD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60" y="3246120"/>
            <a:ext cx="6583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11880" y="3310127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태스크 생성·수정·삭제, 담당자 지정, 상태 관리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49840" y="324612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195560" y="331012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Malgun Gothic"/>
              </a:rPr>
              <a:t>필수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657600"/>
            <a:ext cx="12801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0040" y="372160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태스크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3657600"/>
            <a:ext cx="20116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600200" y="37216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댓글 기능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3657600"/>
            <a:ext cx="65836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11880" y="372160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태스크별 코멘트 등록·삭제, 작성자 표시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657600"/>
            <a:ext cx="13716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95560" y="37216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Malgun Gothic"/>
              </a:rPr>
              <a:t>선택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06908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0040" y="413308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일정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54480" y="406908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600200" y="41330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캘린더 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66160" y="4069080"/>
            <a:ext cx="6583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11880" y="413308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월별 태스크 일정 시각화, 날짜별 태스크 목록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49840" y="406908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95560" y="41330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Malgun Gothic"/>
              </a:rPr>
              <a:t>필수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4480560"/>
            <a:ext cx="12801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20040" y="454456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일정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54480" y="4480560"/>
            <a:ext cx="20116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600200" y="45445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칸반 보드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66160" y="4480560"/>
            <a:ext cx="65836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611880" y="454456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드래그 앤 드롭으로 상태 변경, 3컬럼 보드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49840" y="4480560"/>
            <a:ext cx="13716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95560" y="45445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Malgun Gothic"/>
              </a:rPr>
              <a:t>선택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4892040"/>
            <a:ext cx="1280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20040" y="495604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Malgun Gothic"/>
              </a:rPr>
              <a:t>파일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54480" y="489204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600200" y="4956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파일 첨부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66160" y="4892040"/>
            <a:ext cx="6583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611880" y="495604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Malgun Gothic"/>
              </a:rPr>
              <a:t>태스크별 파일 업로드/다운로드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149840" y="489204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195560" y="4956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Malgun Gothic"/>
              </a:rPr>
              <a:t>선택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3657600" cy="25603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92608"/>
            <a:ext cx="2286000" cy="59436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Malgun Gothic"/>
              </a:rPr>
              <a:t>DB 명세서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8686800" cy="50292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user · project · project_member 테이블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0432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840480" cy="22860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r"/>
            <a:r>
              <a:rPr sz="900" b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78992"/>
            <a:ext cx="5486400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 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07592"/>
            <a:ext cx="141732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1325880"/>
            <a:ext cx="134416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컬럼명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1307592"/>
            <a:ext cx="128016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28216" y="1325880"/>
            <a:ext cx="120700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타입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1307592"/>
            <a:ext cx="10058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08376" y="1325880"/>
            <a:ext cx="9326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제약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1307592"/>
            <a:ext cx="187451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14215" y="1325880"/>
            <a:ext cx="180136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545336"/>
            <a:ext cx="141732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1563624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user_id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1545336"/>
            <a:ext cx="128016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1563624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1545336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0" y="1563624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PK, AUTO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1545336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59" y="1563624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사용자 고유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746504"/>
            <a:ext cx="141732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1764792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login_id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640" y="1746504"/>
            <a:ext cx="128016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1764792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VARCHAR(50)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1746504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17520" y="1764792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UNIQUE, NN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1746504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23359" y="1764792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로그인 아이디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1947672"/>
            <a:ext cx="141732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1965960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name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91640" y="1947672"/>
            <a:ext cx="128016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37360" y="1965960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VARCHAR(50)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1947672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17520" y="1965960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NOT NULL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1947672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23359" y="1965960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사용자 이름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148840"/>
            <a:ext cx="141732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2167128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password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91640" y="2148840"/>
            <a:ext cx="128016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37360" y="2167128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VARCHAR(255)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2148840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17520" y="2167128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NOT NULL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39" y="2148840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023359" y="2167128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암호화된 비밀번호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514600"/>
            <a:ext cx="557784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" y="2542032"/>
            <a:ext cx="5486400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  project_member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770632"/>
            <a:ext cx="141732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10896" y="2788920"/>
            <a:ext cx="134416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컬럼명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91640" y="2770632"/>
            <a:ext cx="128016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728216" y="2788920"/>
            <a:ext cx="120700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타입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800" y="2770632"/>
            <a:ext cx="10058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08376" y="2788920"/>
            <a:ext cx="9326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제약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77639" y="2770632"/>
            <a:ext cx="187451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14215" y="2788920"/>
            <a:ext cx="180136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008376"/>
            <a:ext cx="141732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3026664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member_id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91640" y="3008376"/>
            <a:ext cx="128016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737360" y="3026664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71800" y="3008376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017520" y="3026664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PK, AUTO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77639" y="3008376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023359" y="3026664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멤버 고유 ID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209544"/>
            <a:ext cx="141732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0040" y="3227832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user_id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91640" y="3209544"/>
            <a:ext cx="128016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737360" y="3227832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71800" y="3209544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017520" y="3227832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FK → user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39" y="3209544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023359" y="3227832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사용자 참조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410712"/>
            <a:ext cx="141732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20040" y="3429000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project_id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91640" y="3410712"/>
            <a:ext cx="128016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737360" y="3429000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71800" y="3410712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017520" y="3429000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FK → project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77639" y="3410712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023359" y="3429000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프로젝트 참조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3611880"/>
            <a:ext cx="141732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0040" y="3630168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is_leader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91640" y="3611880"/>
            <a:ext cx="128016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737360" y="3630168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TINYINT(1)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971800" y="3611880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017520" y="3630168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DEFAULT 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7639" y="3611880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023359" y="3630168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관리자 여부 (1=Admin)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17920" y="1051560"/>
            <a:ext cx="557784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63640" y="1078992"/>
            <a:ext cx="5486400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  project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17920" y="1307592"/>
            <a:ext cx="141732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254496" y="1325880"/>
            <a:ext cx="134416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컬럼명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35240" y="1307592"/>
            <a:ext cx="128016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671815" y="1325880"/>
            <a:ext cx="120700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타입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15400" y="1307592"/>
            <a:ext cx="10058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951976" y="1325880"/>
            <a:ext cx="9326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제약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921240" y="1307592"/>
            <a:ext cx="187451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957815" y="1325880"/>
            <a:ext cx="180136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17920" y="1545336"/>
            <a:ext cx="141732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263640" y="1563624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project_id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635240" y="1545336"/>
            <a:ext cx="128016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680960" y="1563624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15400" y="1545336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961120" y="1563624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PK, AUTO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921240" y="1545336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966960" y="1563624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프로젝트 고유 ID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17920" y="1746504"/>
            <a:ext cx="141732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63640" y="1764792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title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635240" y="1746504"/>
            <a:ext cx="128016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680960" y="1764792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VARCHAR(45)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15400" y="1746504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961120" y="1764792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NOT NULL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21240" y="1746504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966960" y="1764792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프로젝트 제목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17920" y="1947672"/>
            <a:ext cx="141732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63640" y="1965960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description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635240" y="1947672"/>
            <a:ext cx="128016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680960" y="1965960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TEXT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15400" y="1947672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961120" y="1965960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921240" y="1947672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966960" y="1965960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프로젝트 설명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17920" y="2148840"/>
            <a:ext cx="141732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263640" y="2167128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created_at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35240" y="2148840"/>
            <a:ext cx="128016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680960" y="2167128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DATETIME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915400" y="2148840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961120" y="2167128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DEFAULT NOW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921240" y="2148840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966960" y="2167128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생성 일시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17920" y="2350008"/>
            <a:ext cx="141732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263640" y="2368296"/>
            <a:ext cx="132588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updated_at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635240" y="2350008"/>
            <a:ext cx="128016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680960" y="2368296"/>
            <a:ext cx="118871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DATETIME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915400" y="2350008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961120" y="2368296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DEFAULT NOW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921240" y="2350008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966960" y="2368296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수정 일시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17920" y="3794760"/>
            <a:ext cx="5669280" cy="2651760"/>
          </a:xfrm>
          <a:prstGeom prst="rect">
            <a:avLst/>
          </a:prstGeom>
          <a:solidFill>
            <a:srgbClr val="E0F2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355080" y="3840480"/>
            <a:ext cx="5303520" cy="27432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Malgun Gothic"/>
              </a:rPr>
              <a:t>테이블 관계 (ERD 요약)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00800" y="4169663"/>
            <a:ext cx="5303520" cy="29260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user  1 ── N  project_member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00800" y="4498848"/>
            <a:ext cx="5303520" cy="29260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project  1 ── N  project_member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00800" y="4828031"/>
            <a:ext cx="5303520" cy="29260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950" b="0" dirty="0">
                <a:solidFill>
                  <a:srgbClr val="1E293B"/>
                </a:solidFill>
                <a:latin typeface="Malgun Gothic"/>
              </a:rPr>
              <a:t>project  1 ── N  task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00800" y="5157216"/>
            <a:ext cx="5303520" cy="29260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task  N ── M  user  (task_user)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00800" y="5486400"/>
            <a:ext cx="5303520" cy="29260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task  1 ── N  comment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400800" y="5815583"/>
            <a:ext cx="5303520" cy="29260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task  1 ── N  task_file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3657600" cy="25603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92608"/>
            <a:ext cx="2286000" cy="59436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Malgun Gothic"/>
              </a:rPr>
              <a:t>DB 명세서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8686800" cy="50292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task · task_user · comment · task_file 테이블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0432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840480" cy="228600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r"/>
            <a:r>
              <a:rPr sz="900" b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078992"/>
            <a:ext cx="5394960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  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07592"/>
            <a:ext cx="137160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1325880"/>
            <a:ext cx="129844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컬럼명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307592"/>
            <a:ext cx="12344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82496" y="1325880"/>
            <a:ext cx="11612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타입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307592"/>
            <a:ext cx="10058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16936" y="1325880"/>
            <a:ext cx="9326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제약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1307592"/>
            <a:ext cx="187451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22776" y="1325880"/>
            <a:ext cx="180136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545336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1563624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task_id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545336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91640" y="1563624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545336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1563624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PK, AUTO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1545336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1563624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태스크 고유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746504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1764792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project_id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1746504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91640" y="1764792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1746504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0" y="1764792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FK → project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86200" y="1746504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31920" y="1764792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프로젝트 참조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1947672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1965960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1947672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91640" y="1965960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1947672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0" y="1965960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886200" y="1947672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31920" y="1965960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태스크 제목/내용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148840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2167128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description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2148840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691640" y="2167128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2148840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80" y="2167128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886200" y="2148840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31920" y="2167128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350008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" y="2368296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status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0" y="2350008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691640" y="2368296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2350008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26080" y="2368296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886200" y="2350008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31920" y="2368296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0=시작전 1=진행중 2=완료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2551176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0040" y="2569464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start_at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0" y="2551176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691640" y="2569464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2551176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926080" y="2569464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NOT NULL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86200" y="2551176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931920" y="2569464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시작일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752344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20040" y="2770632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end_at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5920" y="2752344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691640" y="2770632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80360" y="2752344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926080" y="2770632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NOT NULL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86200" y="2752344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31920" y="2770632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종료일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2953512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0040" y="2971800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create_at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45920" y="2953512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691640" y="2971800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DATETIME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2953512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926080" y="2971800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DEFAULT NOW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86200" y="2953512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931920" y="2971800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생성 일시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3154680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20040" y="3172968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update_at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45920" y="3154680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691640" y="3172968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DATETIME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80360" y="3154680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926080" y="3172968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DEFAULT NOW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86200" y="3154680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931920" y="3172968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수정 일시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17920" y="1051560"/>
            <a:ext cx="548640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263640" y="1078992"/>
            <a:ext cx="5394960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  task_user  (N:M 중간 테이블)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17920" y="1307592"/>
            <a:ext cx="137160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54496" y="1325880"/>
            <a:ext cx="129844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컬럼명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89520" y="1307592"/>
            <a:ext cx="12344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626096" y="1325880"/>
            <a:ext cx="11612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타입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823960" y="1307592"/>
            <a:ext cx="10058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860536" y="1325880"/>
            <a:ext cx="9326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제약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29800" y="1307592"/>
            <a:ext cx="187451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866376" y="1325880"/>
            <a:ext cx="180136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17920" y="1545336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63640" y="1563624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task_id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89520" y="1545336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635240" y="1563624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823960" y="1545336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869680" y="1563624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FK → task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29800" y="1545336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875520" y="1563624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태스크 참조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0" y="1746504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63640" y="1764792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user_id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89520" y="1746504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635240" y="1764792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23960" y="1746504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869680" y="1764792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FK → user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829800" y="1746504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875520" y="1764792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사용자 참조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17920" y="2112264"/>
            <a:ext cx="548640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263640" y="2139696"/>
            <a:ext cx="5394960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  comment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17920" y="2368296"/>
            <a:ext cx="137160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54496" y="2386584"/>
            <a:ext cx="129844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컬럼명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89520" y="2368296"/>
            <a:ext cx="12344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626096" y="2386584"/>
            <a:ext cx="11612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타입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823960" y="2368296"/>
            <a:ext cx="10058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860536" y="2386584"/>
            <a:ext cx="9326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제약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829800" y="2368296"/>
            <a:ext cx="187451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866376" y="2386584"/>
            <a:ext cx="180136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17920" y="2606039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263640" y="2624327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comment_id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589520" y="2606039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635240" y="2624327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23960" y="2606039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869680" y="2624327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PK, AUTO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829800" y="2606039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875520" y="2624327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댓글 고유 ID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17920" y="2807208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263640" y="2825496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task_id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589520" y="2807208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635240" y="2825496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823960" y="2807208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869680" y="2825496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FK → task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829800" y="2807208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75520" y="2825496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태스크 참조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17920" y="3008376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263640" y="3026664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user_id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89520" y="3008376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635240" y="3026664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23960" y="3008376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8869680" y="3026664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FK → user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829800" y="3008376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875520" y="3026664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작성자 참조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217920" y="3209544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263640" y="3227832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content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589520" y="3209544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635240" y="3227832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TEXT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823960" y="3209544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8869680" y="3227832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NOT NULL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829800" y="3209544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875520" y="3227832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댓글 내용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17920" y="3410712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263640" y="3429000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created_at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589520" y="3410712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635240" y="3429000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DATETIME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23960" y="3410712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8869680" y="3429000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DEFAULT NOW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829800" y="3410712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9875520" y="3429000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작성 일시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217920" y="3776472"/>
            <a:ext cx="548640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263640" y="3803904"/>
            <a:ext cx="5394960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  task_file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17920" y="4032504"/>
            <a:ext cx="137160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254496" y="4050792"/>
            <a:ext cx="129844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컬럼명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589520" y="4032504"/>
            <a:ext cx="12344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7626096" y="4050792"/>
            <a:ext cx="11612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타입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823960" y="4032504"/>
            <a:ext cx="100584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8860536" y="4050792"/>
            <a:ext cx="932688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제약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829800" y="4032504"/>
            <a:ext cx="187451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866376" y="4050792"/>
            <a:ext cx="1801367" cy="201168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설명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217920" y="4270248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263640" y="4288536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file_id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589520" y="4270248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7635240" y="4288536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823960" y="4270248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869680" y="4288536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PK, AUTO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829800" y="4270248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9875520" y="4288536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파일 고유 ID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217920" y="4471416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6263640" y="4489704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task_id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589520" y="4471416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7635240" y="4489704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INT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823960" y="4471416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8869680" y="4489704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FK → task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829800" y="4471416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9875520" y="4489704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태스크 참조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217920" y="4672584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6263640" y="4690872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original_name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589520" y="4672584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635240" y="4690872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VARCHAR(255)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823960" y="4672584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869680" y="4690872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NOT NULL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9800" y="4672584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9875520" y="4690872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원본 파일명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217920" y="4873752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6263640" y="4892040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stored_name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589520" y="4873752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7635240" y="4892040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VARCHAR(255)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823960" y="4873752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8869680" y="4892040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NOT NULL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829800" y="4873752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9875520" y="4892040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저장된 파일명 (UUID)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17920" y="5074920"/>
            <a:ext cx="137160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6263640" y="5093207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file_size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7589520" y="5074920"/>
            <a:ext cx="12344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7635240" y="5093207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BIGINT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8823960" y="5074920"/>
            <a:ext cx="1005840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8869680" y="5093207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9829800" y="5074920"/>
            <a:ext cx="1874519" cy="201168"/>
          </a:xfrm>
          <a:prstGeom prst="rect">
            <a:avLst/>
          </a:prstGeom>
          <a:solidFill>
            <a:srgbClr val="F8FA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9875520" y="5093207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파일 크기 (bytes)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217920" y="5276088"/>
            <a:ext cx="137160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263640" y="5294375"/>
            <a:ext cx="128016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created_at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589520" y="5276088"/>
            <a:ext cx="12344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7635240" y="5294375"/>
            <a:ext cx="11430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algun Gothic"/>
              </a:rPr>
              <a:t>DATETIME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823960" y="5276088"/>
            <a:ext cx="1005840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8869680" y="5294375"/>
            <a:ext cx="914400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DEFAULT NOW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9829800" y="5276088"/>
            <a:ext cx="1874519" cy="201168"/>
          </a:xfrm>
          <a:prstGeom prst="rect">
            <a:avLst/>
          </a:prstGeom>
          <a:solidFill>
            <a:srgbClr val="EFF4FF"/>
          </a:solidFill>
          <a:ln w="63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875520" y="5294375"/>
            <a:ext cx="1783079" cy="164592"/>
          </a:xfrm>
          <a:prstGeom prst="rect">
            <a:avLst/>
          </a:prstGeom>
          <a:noFill/>
        </p:spPr>
        <p:txBody>
          <a:bodyPr wrap="square" lIns="50800" tIns="25400" rIns="25400" bIns="25400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Malgun Gothic"/>
              </a:rPr>
              <a:t>업로드 일시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3A8A"/>
                </a:solidFill>
                <a:latin typeface="Malgun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Malgun Gothic"/>
              </a:rPr>
              <a:t>기대 효과 및 활용 방안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25880"/>
            <a:ext cx="557784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527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15270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Malgun Gothic"/>
              </a:rPr>
              <a:t>업무 가시성 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11680"/>
            <a:ext cx="5212079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130552"/>
            <a:ext cx="5212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프로젝트 · 태스크 · 일정을 한 화면에서 통합 관리하여 팀원 전체의 업무 현황을 실시간으로 파악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325880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1325880"/>
            <a:ext cx="55778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92240" y="15087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527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15270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Malgun Gothic"/>
              </a:rPr>
              <a:t>책임 구조 명확화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011680"/>
            <a:ext cx="5212079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130552"/>
            <a:ext cx="5212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역할 기반 권한(Admin/Member) 시스템으로 담당자 지정이 명확해지고 무책임한 업무 누락 방지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57600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657600"/>
            <a:ext cx="5577840" cy="9144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2920" y="3840480"/>
            <a:ext cx="502920" cy="502920"/>
          </a:xfrm>
          <a:prstGeom prst="ellipse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8587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3858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8"/>
                </a:solidFill>
                <a:latin typeface="Malgun Gothic"/>
              </a:rPr>
              <a:t>협업 효율 극대화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343400"/>
            <a:ext cx="5212079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462272"/>
            <a:ext cx="5212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칸반 보드·댓글·파일 첨부를 통해 별도 도구 없이 하나의 플랫폼에서 팀 커뮤니케이션 가능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3657600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59" y="3657600"/>
            <a:ext cx="55778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92240" y="384048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38587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1" y="3858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Malgun Gothic"/>
              </a:rPr>
              <a:t>확장 가능한 구조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343400"/>
            <a:ext cx="5212079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4462272"/>
            <a:ext cx="5212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algun Gothic"/>
              </a:rPr>
              <a:t>도메인 중심 설계로 메시지·게시판·알림 등 신규 기능을 최소 변경으로 추가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926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Malgun Gothic"/>
              </a:rPr>
              <a:t>화면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40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프로젝트 개요 대시보드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24712"/>
            <a:ext cx="11612880" cy="5303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078992"/>
            <a:ext cx="1161288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스크린샷 2026-04-24 1039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15568"/>
            <a:ext cx="11539728" cy="52303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4320" y="6419088"/>
            <a:ext cx="11612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45566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프로젝트 개요 — 태스크 현황 · 나의 태스크 · 멤버 목록 · 마감 알림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926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Malgun Gothic"/>
              </a:rPr>
              <a:t>화면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40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멤버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24712"/>
            <a:ext cx="8046720" cy="2468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078992"/>
            <a:ext cx="8046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스크린샷 2026-04-24 104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15568"/>
            <a:ext cx="7973568" cy="239572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4320" y="3584448"/>
            <a:ext cx="80467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멤버 목록 — 역할(ADMIN/MEMBER) · 역할 변경 · 멤버 제거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124712"/>
            <a:ext cx="3383280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03920" y="1078992"/>
            <a:ext cx="338328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스크린샷 2026-04-24 104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115568"/>
            <a:ext cx="3310128" cy="513892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503920" y="6327648"/>
            <a:ext cx="33832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63642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멤버 추가 — 사용자 검색 · 듀얼 리스트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40480"/>
            <a:ext cx="3840480" cy="2514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384048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스크린샷 2026-04-24 1042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831336"/>
            <a:ext cx="3767328" cy="24414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74320" y="6345936"/>
            <a:ext cx="38404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3825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프로젝트 전환 — 사이드바 드롭다운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14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algun Gothic"/>
              </a:rPr>
              <a:t>역할 기반 권한으로 Admin만 멤버 추가/제거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572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algun Gothic"/>
              </a:rPr>
              <a:t>프로젝트 간 빠른 전환 지원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926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Malgun Gothic"/>
              </a:rPr>
              <a:t>화면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40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태스크 관리 — 칸반 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24712"/>
            <a:ext cx="82296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078992"/>
            <a:ext cx="8229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스크린샷 2026-04-24 104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15568"/>
            <a:ext cx="8156448" cy="26700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4320" y="3858768"/>
            <a:ext cx="822960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89534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칸반 보드 — 시작전/진행중/완료 3컬럼 · 드래그 앤 드롭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124712"/>
            <a:ext cx="3200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0" y="1078992"/>
            <a:ext cx="32004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스크린샷 2026-04-24 104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1115568"/>
            <a:ext cx="3127248" cy="267004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686800" y="3858768"/>
            <a:ext cx="320040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389534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태스크 추가 모달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14800"/>
            <a:ext cx="41148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4069080"/>
            <a:ext cx="4114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스크린샷 2026-04-24 104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4105656"/>
            <a:ext cx="4041648" cy="22128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74320" y="6391656"/>
            <a:ext cx="411480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42823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태스크 상세 — 설명 · 댓글 · 파일 첨부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114800"/>
            <a:ext cx="7315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0" y="4069080"/>
            <a:ext cx="7315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스크린샷 2026-04-24 1042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105656"/>
            <a:ext cx="7242048" cy="221284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0" y="6391656"/>
            <a:ext cx="731520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428232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날짜별 태스크 목록 — 상태·담당자·설명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algun Gothic"/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926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Malgun Gothic"/>
              </a:rPr>
              <a:t>화면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40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일정 관리 — 캘린더 뷰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0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24712"/>
            <a:ext cx="11612880" cy="5303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078992"/>
            <a:ext cx="1161288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스크린샷 2026-04-24 104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15568"/>
            <a:ext cx="11539728" cy="52303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4320" y="6419088"/>
            <a:ext cx="11612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45566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월별 캘린더 — 태스크 기간 바 시각화 · 날짜 클릭 시 태스크 목록 표시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502920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74320" y="18288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Malgun Gothic"/>
              </a:rPr>
              <a:t>K-Digital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246120"/>
            <a:ext cx="57881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BEAFE"/>
                </a:solidFill>
                <a:latin typeface="Malgun Gothic"/>
              </a:rPr>
              <a:t>발표와 관련해 궁금한 사항이 있다면 질문해주세요.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206240"/>
            <a:ext cx="6702552" cy="1645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4315968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TEAM : PMS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754880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  <a:latin typeface="Malgun Gothic"/>
              </a:rPr>
              <a:t>전승재  |  김석환  |  김인섭  |  박종인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212080"/>
            <a:ext cx="6702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  <a:latin typeface="Malgun Gothic"/>
              </a:rPr>
              <a:t>Project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algun Gothic"/>
              </a:rPr>
              <a:t>2026. 04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1462</Words>
  <Application>Microsoft Office PowerPoint</Application>
  <PresentationFormat>사용자 지정</PresentationFormat>
  <Paragraphs>455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zeroziba9@naver.com</cp:lastModifiedBy>
  <cp:revision>2</cp:revision>
  <dcterms:created xsi:type="dcterms:W3CDTF">2013-01-27T09:14:16Z</dcterms:created>
  <dcterms:modified xsi:type="dcterms:W3CDTF">2026-04-24T03:50:29Z</dcterms:modified>
  <cp:category/>
</cp:coreProperties>
</file>